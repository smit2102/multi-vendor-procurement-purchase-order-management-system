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Multi-Vendor Procurement &amp;</a:t>
            </a:r>
            <a:br/>
            <a:r>
              <a:t>Purchase Order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Database Management Tools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Final Project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Team 3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Members: Nisarg Shah, [Add Member 2], [Add Member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Project Overview</a:t>
            </a:r>
            <a:br/>
            <a:r>
              <a:t>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The Project: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 role-based enterprise procurement platform identifying B2B workflows.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The Problem: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Organizations struggle with fragmented pipelines, missing audit trails, and opaque budgets.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The Goal: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Centralize the workflow from request to payout.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Provide real-time budget tracking and role-based access securely.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Core System</a:t>
            </a:r>
            <a:br/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1. Employee Request (Status: PENDING)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2. Manager Review (Status: APPROVED / REJECTED)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3. Procurement Cut PO (Status: PO_ISSUED)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4. Vendor Fulfillment (Status: SHIPPED)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5. Finance Payout (Status: INVOICED ➔ PAID)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Live Demo Phase 1:</a:t>
            </a:r>
            <a:br/>
            <a:r>
              <a:t>The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Persona: Alice (IT Employee)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Logical Data Input: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Item: Dell XPS 15 Laptops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Quantity: 5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Estimated Cost: $2,000 each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Total Value: $10,000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System Action: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Alice submits the PR. A new record is inserted into Purchase_Requests. Status is clamped to 'PENDING'.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Live Demo Phase 2:</a:t>
            </a:r>
            <a:br/>
            <a:r>
              <a:t>The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Persona: Bob (IT Manager)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Logical Data Input: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Budget Context: Bob has $100k allocated.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Action: Bob reviews the $10,000 request and clicks 'Approve'.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Comment: 'Approved for Q3 Expansion.'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System Action: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Status changes to 'APPROVED'. PR_Approvals logs Bob's decision. PR_Status_History locks the timestamp.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Live Demo Phase 3:</a:t>
            </a:r>
            <a:br/>
            <a:r>
              <a:t>Generating the 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Persona: Charlie (Procurement Officer)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Logical Data Input: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Action: Converts the Approved PR.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Selected Vendor: 'Tech Supplies Inc.'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Delivery Date: Nullified for 7 days from today.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System Action: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A formal Purchase_Order is generated linking Alice's PR to Vendor #4. Status updates to 'PO_ISSUED'.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Live Demo Phase 4:</a:t>
            </a:r>
            <a:br/>
            <a:r>
              <a:t>Vendor Fulfillment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Persona: Tech Supplies Inc (External Vendor)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Logical Data Input: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The vendor logs in (External RBAC limits sight to only their POs).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Action: Vendor ships the 5 Laptops and clicks 'Mark as Shipped'.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System Action: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Status jumps to 'SHIPPED'. A 'Goods_Receipt' record is auto-generated anticipating physical delivery.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Live Demo Phase 5:</a:t>
            </a:r>
            <a:br/>
            <a:r>
              <a:t>Payment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Persona: Diana (Finance Team)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Logical Data Input: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Action: Diana verifies the 5 laptops arrived and finalizes payment for the $10,000 invoice.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System Action: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1. Invoices table logs a $10,000 transaction 'PAID'.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2. The IT Department budget_used rigidly increments by $10,000.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3. Audit_Log seals the transaction via Trigger.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Database Design</a:t>
            </a:r>
            <a:br/>
            <a:r>
              <a:t>&amp; 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Architecture Insights: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Highly Normalized (3NF)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16 Interconnected Tables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6 Isolated Modules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Total Referential Integrity (Foreign Keys)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➔ Note: Paste ERD Image on the right side!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Key Business</a:t>
            </a:r>
            <a:br/>
            <a:r>
              <a:t>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Role Constraints: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Vendors view only assigned POs. Managers approve only local department requests.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Budgeting Logic: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Payments auto-update the budget_used field.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Strict Audit Trail: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All state changes write to the IP-aware Audit_Log.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Status Progression: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Rigid state machine prevents skipping process steps.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Data Dictionary</a:t>
            </a:r>
            <a:br/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1. Identity: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Users, Roles, Departments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2. Workflow: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Purchase_Requests, PR_Approvals, PR_Status_History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3. Vendors: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Vendors, Vendor_Categories, Contracts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4. Orders: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Purchase_Orders, Goods_Receipt, PO_Line_Items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5. Finance &amp; System: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Invoices, Payments, Budget_Transactions, Audit_Log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SQL Scripting</a:t>
            </a:r>
            <a:br/>
            <a:r>
              <a:t>&amp;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Initialization Matrix (setup_db.py):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Dynamic DDL table creation with strong constraints.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Mock Data Generator: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Algorithmic DML creating 30 days of simulated history.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Analytic Queries: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Basic: Budget aggregations.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Advanced: Multi-table JOINs across the entire user-to-payout pipeline.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➔ Note: Paste Code Snippet on the right side!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  <a:br/>
            <a:r>
              <a:t>Integration (Extra)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Tech Stack: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Framework: Python Flask &amp; Jinja2 Templates.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Interface: Bootstrap 5, Glassmorphism UI.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Visualizations: Interactive Chart.js pipeline metrics.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Deployment: Live Serverless App on Vercel.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➔ Note: Paste Dashboard Screenshot on the right side!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Challenges &amp;</a:t>
            </a:r>
            <a:br/>
            <a:r>
              <a:t>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Challenges ⚠️: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Cloud Serverless DB Limitations (Read-only OS).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Auditing securely without duplicating logs.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Solutions ✅: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Custom DBWrapper overriding SQLite in favor of Postgres on cloud, with /tmp fallback.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Centralized PR_Status_History for absolute state-tracking compliance.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Conclusion &amp;</a:t>
            </a:r>
            <a:br/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Summary: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Built a robust, normalized database mirroring real B2B logic.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Key Learnings: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Translating rigid business state machines into 3NF relational schemas while defending data integrity.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Future Scope: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Migrating entirely to cloud-native PostgreSQL.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Automated PDF invoice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